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2913"/>
  </p:normalViewPr>
  <p:slideViewPr>
    <p:cSldViewPr snapToGrid="0" snapToObjects="1">
      <p:cViewPr varScale="1">
        <p:scale>
          <a:sx n="111" d="100"/>
          <a:sy n="111" d="100"/>
        </p:scale>
        <p:origin x="63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7886-1E15-6743-904D-8C0DEF6010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CA8059-2182-3044-9B52-FB7CDFE22B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B556ED-3AF7-B342-A336-BCAFDB64850C}"/>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7C623E4A-C9EF-D343-837F-4BB298526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6DBC1-F3C2-0640-AA3F-F4B31B05B8AD}"/>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271392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1447-66AF-D142-A30E-5496BEA91A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04CE49-3FD0-1B40-A690-BBA984C8C31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FA3883-56F6-CF4C-BBA7-69F43F495E30}"/>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FFC24734-7D9D-264F-96CD-940BBDA069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EBA0A-0790-074A-85DE-48E55C90C707}"/>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1147487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9B25-8B23-F64B-AD38-714D169A61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27B605-74C3-8141-B365-CFF833C784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CE47977-1901-E14E-A372-A8FB4749A175}"/>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2C5D06EE-8B2A-ED4B-A54B-84A439B0C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8D001-5416-7B4E-8A5D-69D3F9BB6B15}"/>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177778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8DAC-F412-B84E-82B9-07E1D33C40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641E52-7428-D343-A127-E5C37136C29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910D8C-2117-2942-886B-C914B510650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647468-1C7E-A045-8852-DE988645D078}"/>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6" name="Footer Placeholder 5">
            <a:extLst>
              <a:ext uri="{FF2B5EF4-FFF2-40B4-BE49-F238E27FC236}">
                <a16:creationId xmlns:a16="http://schemas.microsoft.com/office/drawing/2014/main" id="{FCAB6C7E-B76B-0E4B-A10A-5C48DD8585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EFEAC3-9D6F-4F43-A16F-8A8E265D8979}"/>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200133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A9A35-BE2A-AB4F-B4C3-2AD021D328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E3B017-97FF-AB40-9F02-BD4FDD0401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3EB34C3-1DCC-AC42-B8AD-258D397CB3C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FC0FE2-317D-4E48-A55C-612D7B5200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D50A174-E198-704F-947B-59E5470777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C6A3A2-340E-C440-AD66-EBC0D9F061FB}"/>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8" name="Footer Placeholder 7">
            <a:extLst>
              <a:ext uri="{FF2B5EF4-FFF2-40B4-BE49-F238E27FC236}">
                <a16:creationId xmlns:a16="http://schemas.microsoft.com/office/drawing/2014/main" id="{52D11E3B-77CE-9448-98D9-788B879999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AD650C-7CF7-C847-BAC0-0A7053534A45}"/>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56660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3F7A0-C296-464E-947C-C98AA267B3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8D2400-25B7-FF46-8EEB-FC0C58876FC8}"/>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4" name="Footer Placeholder 3">
            <a:extLst>
              <a:ext uri="{FF2B5EF4-FFF2-40B4-BE49-F238E27FC236}">
                <a16:creationId xmlns:a16="http://schemas.microsoft.com/office/drawing/2014/main" id="{18D5D124-B21D-E648-A6CE-2444B1ED84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201127-A949-E546-AD67-C286FEDDBECC}"/>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388905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9291C7-04BC-F844-B2C3-09A86B1E2D01}"/>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3" name="Footer Placeholder 2">
            <a:extLst>
              <a:ext uri="{FF2B5EF4-FFF2-40B4-BE49-F238E27FC236}">
                <a16:creationId xmlns:a16="http://schemas.microsoft.com/office/drawing/2014/main" id="{2D9EF1DB-1CD0-DB48-8BBD-8712DAAF9F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77AD65-E2D9-BA40-96DD-122963C53B75}"/>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233329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71AA8-0933-F242-A94F-C1540EA8D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3557C2-C083-FC44-A6B0-21A441A9D4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29C709-6E73-8443-96CF-1F7E03D1A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826F99-429D-7E4A-8858-0B26B0F46152}"/>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6" name="Footer Placeholder 5">
            <a:extLst>
              <a:ext uri="{FF2B5EF4-FFF2-40B4-BE49-F238E27FC236}">
                <a16:creationId xmlns:a16="http://schemas.microsoft.com/office/drawing/2014/main" id="{00B1C5BF-B10D-3B43-BDEB-0D43333F88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CCA512-F2F9-7B4C-921A-B7C64E0DEE54}"/>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190863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7A09A-FBB8-B940-8D0B-4051347F3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09CECF-804B-334D-97BC-AD8372C950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99FD9E-EF1F-CD45-A7B3-3B13EC352F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27689B-9B29-A547-B920-3C3C2A70FCC9}"/>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6" name="Footer Placeholder 5">
            <a:extLst>
              <a:ext uri="{FF2B5EF4-FFF2-40B4-BE49-F238E27FC236}">
                <a16:creationId xmlns:a16="http://schemas.microsoft.com/office/drawing/2014/main" id="{4FA7B002-8BD7-8644-8097-CCB48A6CC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DA6232-CFB5-134A-A1A3-EB056CC17C7A}"/>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1194554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D8FC-A46D-644B-9AD0-0FD81B5444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0EC0F2-5DEB-CE48-BDDD-D1CCFDA5F4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AED90-0EAA-6B44-8B82-96C17C5E7F8D}"/>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C79CD589-48F9-EB4E-B11D-9053AD42CA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C22F0-A287-A841-B99B-ECA431FA3F8D}"/>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301250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82ABC-4628-7F45-A143-052E672FB0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46806B-435F-8D4E-9FB4-5E98B0FC06B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A7918-1E76-E749-9A92-9104CE9F520F}"/>
              </a:ext>
            </a:extLst>
          </p:cNvPr>
          <p:cNvSpPr>
            <a:spLocks noGrp="1"/>
          </p:cNvSpPr>
          <p:nvPr>
            <p:ph type="dt" sz="half" idx="10"/>
          </p:nvPr>
        </p:nvSpPr>
        <p:spPr/>
        <p:txBody>
          <a:body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3DACDB3D-99A3-6648-AF72-3597077A1B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47E35-7567-4F49-8E9B-AEADD3A6EB35}"/>
              </a:ext>
            </a:extLst>
          </p:cNvPr>
          <p:cNvSpPr>
            <a:spLocks noGrp="1"/>
          </p:cNvSpPr>
          <p:nvPr>
            <p:ph type="sldNum" sz="quarter" idx="12"/>
          </p:nvPr>
        </p:nvSpPr>
        <p:spPr/>
        <p:txBody>
          <a:bodyPr/>
          <a:lstStyle/>
          <a:p>
            <a:fld id="{E977C9FB-1514-7A49-9A51-0E844952849F}" type="slidenum">
              <a:rPr lang="en-US" smtClean="0"/>
              <a:t>‹#›</a:t>
            </a:fld>
            <a:endParaRPr lang="en-US"/>
          </a:p>
        </p:txBody>
      </p:sp>
    </p:spTree>
    <p:extLst>
      <p:ext uri="{BB962C8B-B14F-4D97-AF65-F5344CB8AC3E}">
        <p14:creationId xmlns:p14="http://schemas.microsoft.com/office/powerpoint/2010/main" val="1640588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BFD5EF-8FE8-744E-AE4E-E39990821C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306907-0DE6-FF49-A253-1D0850C031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F7E7F8-A9C6-3643-8B24-C60601A570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40E242-05F0-474E-A553-AC255E67B906}" type="datetimeFigureOut">
              <a:rPr lang="en-US" smtClean="0"/>
              <a:t>4/21/22</a:t>
            </a:fld>
            <a:endParaRPr lang="en-US"/>
          </a:p>
        </p:txBody>
      </p:sp>
      <p:sp>
        <p:nvSpPr>
          <p:cNvPr id="5" name="Footer Placeholder 4">
            <a:extLst>
              <a:ext uri="{FF2B5EF4-FFF2-40B4-BE49-F238E27FC236}">
                <a16:creationId xmlns:a16="http://schemas.microsoft.com/office/drawing/2014/main" id="{2080484E-7603-6B44-A8DC-76E6FDC12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83BAE9-2FD6-BA44-A0A4-D9DF338F8F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77C9FB-1514-7A49-9A51-0E844952849F}" type="slidenum">
              <a:rPr lang="en-US" smtClean="0"/>
              <a:t>‹#›</a:t>
            </a:fld>
            <a:endParaRPr lang="en-US"/>
          </a:p>
        </p:txBody>
      </p:sp>
    </p:spTree>
    <p:extLst>
      <p:ext uri="{BB962C8B-B14F-4D97-AF65-F5344CB8AC3E}">
        <p14:creationId xmlns:p14="http://schemas.microsoft.com/office/powerpoint/2010/main" val="1143444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Thank you! </a:t>
            </a:r>
          </a:p>
        </p:txBody>
      </p:sp>
      <p:sp>
        <p:nvSpPr>
          <p:cNvPr id="10" name="Slide Number Placeholder 9"/>
          <p:cNvSpPr>
            <a:spLocks noGrp="1"/>
          </p:cNvSpPr>
          <p:nvPr>
            <p:ph type="sldNum" sz="quarter" idx="12"/>
          </p:nvPr>
        </p:nvSpPr>
        <p:spPr/>
        <p:txBody>
          <a:bodyPr/>
          <a:lstStyle/>
          <a:p>
            <a:fld id="{331514CA-B3DC-B145-A69C-94EFEA376D1F}" type="slidenum">
              <a:rPr lang="en-US" smtClean="0"/>
              <a:t>1</a:t>
            </a:fld>
            <a:endParaRPr lang="en-US"/>
          </a:p>
        </p:txBody>
      </p:sp>
      <p:sp>
        <p:nvSpPr>
          <p:cNvPr id="12" name="TextBox 11"/>
          <p:cNvSpPr txBox="1"/>
          <p:nvPr/>
        </p:nvSpPr>
        <p:spPr>
          <a:xfrm>
            <a:off x="6637507" y="1383084"/>
            <a:ext cx="5081080" cy="4524315"/>
          </a:xfrm>
          <a:prstGeom prst="rect">
            <a:avLst/>
          </a:prstGeom>
          <a:noFill/>
        </p:spPr>
        <p:txBody>
          <a:bodyPr wrap="square" rtlCol="0">
            <a:spAutoFit/>
          </a:bodyPr>
          <a:lstStyle/>
          <a:p>
            <a:r>
              <a:rPr lang="en-US" dirty="0">
                <a:highlight>
                  <a:srgbClr val="FFFF00"/>
                </a:highlight>
              </a:rPr>
              <a:t>SAMPLE ACKNOWLEDGEMENT LANGUAGE (see word doc for appropriate language for your project):  </a:t>
            </a:r>
            <a:r>
              <a:rPr lang="en-US" dirty="0"/>
              <a:t>The research reported here was conducted under research partnership agreements between the University of California, Davis (Michal Kurlaender, PI) and the California State University Chancellor’s Office, University of California Office of the President, and the California Department of Education, respectively. The research reported was supported by the Institute of Education Sciences, U.S. Department of Education, through Grant R305E150006 to the Regents of the University of California. The opinions expressed are those of the authors alone and do not represent views of the Institute or the U.S. Department of Education, or of the agencies providing data.</a:t>
            </a:r>
          </a:p>
        </p:txBody>
      </p:sp>
      <p:sp>
        <p:nvSpPr>
          <p:cNvPr id="13" name="Content Placeholder 12"/>
          <p:cNvSpPr>
            <a:spLocks noGrp="1"/>
          </p:cNvSpPr>
          <p:nvPr>
            <p:ph idx="1"/>
          </p:nvPr>
        </p:nvSpPr>
        <p:spPr>
          <a:xfrm>
            <a:off x="838200" y="1382869"/>
            <a:ext cx="5434520" cy="4832349"/>
          </a:xfrm>
        </p:spPr>
        <p:txBody>
          <a:bodyPr>
            <a:noAutofit/>
          </a:bodyPr>
          <a:lstStyle/>
          <a:p>
            <a:r>
              <a:rPr lang="en-US" sz="1800" dirty="0"/>
              <a:t>California Community Colleges Chancellor’s Office</a:t>
            </a:r>
          </a:p>
          <a:p>
            <a:pPr lvl="1"/>
            <a:r>
              <a:rPr lang="en-US" sz="1800" dirty="0"/>
              <a:t>Todd </a:t>
            </a:r>
            <a:r>
              <a:rPr lang="en-US" sz="1800" dirty="0" err="1"/>
              <a:t>Hoig</a:t>
            </a:r>
            <a:endParaRPr lang="en-US" sz="1800" dirty="0"/>
          </a:p>
          <a:p>
            <a:pPr lvl="1"/>
            <a:r>
              <a:rPr lang="en-US" sz="1800" dirty="0"/>
              <a:t>Valerie Lundy-Wagner</a:t>
            </a:r>
          </a:p>
          <a:p>
            <a:r>
              <a:rPr lang="en-US" sz="1800" dirty="0"/>
              <a:t>California State University</a:t>
            </a:r>
          </a:p>
          <a:p>
            <a:pPr lvl="1"/>
            <a:r>
              <a:rPr lang="en-US" sz="1800" dirty="0"/>
              <a:t>Ed Sullivan</a:t>
            </a:r>
          </a:p>
          <a:p>
            <a:pPr lvl="1"/>
            <a:r>
              <a:rPr lang="en-US" sz="1800" dirty="0"/>
              <a:t>Matthew Case</a:t>
            </a:r>
          </a:p>
          <a:p>
            <a:r>
              <a:rPr lang="en-US" sz="1800" dirty="0"/>
              <a:t>University of California, Office of the President</a:t>
            </a:r>
          </a:p>
          <a:p>
            <a:pPr lvl="1"/>
            <a:r>
              <a:rPr lang="en-US" sz="1800" dirty="0" err="1"/>
              <a:t>Tongshan</a:t>
            </a:r>
            <a:r>
              <a:rPr lang="en-US" sz="1800" dirty="0"/>
              <a:t> Chang</a:t>
            </a:r>
          </a:p>
          <a:p>
            <a:r>
              <a:rPr lang="en-US" sz="1800" dirty="0"/>
              <a:t>California Department of Education</a:t>
            </a:r>
          </a:p>
          <a:p>
            <a:pPr lvl="1"/>
            <a:r>
              <a:rPr lang="en-US" sz="1800"/>
              <a:t>Jonathan </a:t>
            </a:r>
            <a:r>
              <a:rPr lang="en-US" sz="1800" dirty="0"/>
              <a:t>Isler</a:t>
            </a:r>
          </a:p>
          <a:p>
            <a:pPr lvl="1"/>
            <a:r>
              <a:rPr lang="en-US" sz="1800" dirty="0"/>
              <a:t>Cindy </a:t>
            </a:r>
            <a:r>
              <a:rPr lang="en-US" sz="1800" dirty="0" err="1"/>
              <a:t>Kazanis</a:t>
            </a:r>
            <a:endParaRPr lang="en-US" sz="1800" dirty="0"/>
          </a:p>
          <a:p>
            <a:r>
              <a:rPr lang="en-US" sz="1800" dirty="0"/>
              <a:t>University of California, Davis</a:t>
            </a:r>
          </a:p>
          <a:p>
            <a:pPr lvl="1"/>
            <a:r>
              <a:rPr lang="en-US" sz="1800" dirty="0"/>
              <a:t>Michal </a:t>
            </a:r>
            <a:r>
              <a:rPr lang="en-US" sz="1800" dirty="0" err="1"/>
              <a:t>Kurlaender</a:t>
            </a:r>
            <a:endParaRPr lang="en-US" sz="1800" dirty="0"/>
          </a:p>
          <a:p>
            <a:pPr lvl="1"/>
            <a:r>
              <a:rPr lang="en-US" sz="1800" dirty="0" err="1"/>
              <a:t>Paco</a:t>
            </a:r>
            <a:r>
              <a:rPr lang="en-US" sz="1800" dirty="0"/>
              <a:t> </a:t>
            </a:r>
            <a:r>
              <a:rPr lang="en-US" sz="1800" dirty="0" err="1"/>
              <a:t>Martorell</a:t>
            </a:r>
            <a:endParaRPr lang="en-US" sz="1800" dirty="0"/>
          </a:p>
          <a:p>
            <a:pPr lvl="1"/>
            <a:r>
              <a:rPr lang="en-US" sz="1800" dirty="0"/>
              <a:t>Scott Carrell</a:t>
            </a:r>
          </a:p>
        </p:txBody>
      </p:sp>
    </p:spTree>
    <p:extLst>
      <p:ext uri="{BB962C8B-B14F-4D97-AF65-F5344CB8AC3E}">
        <p14:creationId xmlns:p14="http://schemas.microsoft.com/office/powerpoint/2010/main" val="2512299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177</Words>
  <Application>Microsoft Macintosh PowerPoint</Application>
  <PresentationFormat>Widescreen</PresentationFormat>
  <Paragraphs>18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Thank you! </dc:title>
  <dc:creator>Microsoft Office User</dc:creator>
  <cp:lastModifiedBy>Sherrie Reed</cp:lastModifiedBy>
  <cp:revision>4</cp:revision>
  <dcterms:created xsi:type="dcterms:W3CDTF">2018-04-05T20:08:45Z</dcterms:created>
  <dcterms:modified xsi:type="dcterms:W3CDTF">2022-04-21T18:07:23Z</dcterms:modified>
</cp:coreProperties>
</file>